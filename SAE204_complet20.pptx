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204 — BUT Réseaux &amp; Télécommunications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Analyzer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analyse et visualisation des métadonnées d'images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743200" cy="4572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08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Coutant Mathéo &amp; Charpentier Jules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Auxerre  ·  Encadrant : A. Nectoux  ·  2025-2026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Sommaire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84124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57200" cy="84124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et enjeux du projet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0" cy="84124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11680"/>
            <a:ext cx="457200" cy="84124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02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&amp; métadonnées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et cas d'usage réels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84124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71800"/>
            <a:ext cx="457200" cy="84124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004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Déroulement du projet sur 10 séances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4114800" cy="84124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31920"/>
            <a:ext cx="457200" cy="84124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05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Python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outils développés en détail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4114800" cy="84124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051560"/>
            <a:ext cx="457200" cy="84124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2801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1143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fonctionnalités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011680"/>
            <a:ext cx="4114800" cy="84124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011680"/>
            <a:ext cx="457200" cy="84124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2402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2103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sur images réelles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4114800" cy="84124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971800"/>
            <a:ext cx="457200" cy="84124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2004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49240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techniques rencontrés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931920"/>
            <a:ext cx="4114800" cy="84124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931920"/>
            <a:ext cx="457200" cy="84124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1605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49240" y="4023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4924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axes d'amélioration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Contexte du projet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photo, ce n'est pas que des pixels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fichier JPEG embarque des métadonnées EXIF invisibles à l'affichage normal, mais lisibles par n'importe quel logiciel.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265176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GPSLatitude / GPSLongitude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exactes du lieu de prise de vue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2194560"/>
            <a:ext cx="265176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3756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DateTimeOriginal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et heure précises de la photo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194560"/>
            <a:ext cx="265176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/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et modèle de l'appareil utilisé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265176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 / Copyright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l'auteur, informations de droits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474720"/>
            <a:ext cx="265176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3756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ayant traité l'image (Photoshop...)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474720"/>
            <a:ext cx="265176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7220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ImageWidth / Height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et orientation de l'image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Objectifs du projet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outil complet d'analyse de métadonnées, en deux volets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206240" cy="3200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Scripts Python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toutes les métadonnées EXIF d'une image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les coordonnées GPS en lien Google Maps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des indices de manipulation (fact-checking)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un score de risque vie privée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ou supprimer les métadonnées (piexif)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4023360" cy="3200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Interface web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l'analyse accessible sans ligne de commande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les résultats de façon claire (cards)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la localisation GPS sur une carte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 script de modification prêt à l'emploi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Fonctionner sans serveur, sans installation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OSINT : définition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— Open Source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de collecte et d'analyse d'informations à partir de sources librement accessibles : réseaux sociaux, images publiques, bases de données ouvertes, sites web...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métadonnées EXIF sont une source OSINT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841248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266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Une image publiée en ligne conserve souvent ses métadonnées d'origine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83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Ces données sont lisibles par n'importe qui avec les bons outils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886200"/>
            <a:ext cx="841248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410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Elles peuvent être croisées avec d'autres informations publiques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34340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982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Elles sont utilisées en journalisme d'investigation (ex : Bellingcat)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OSINT : cas d'usage concrets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17373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173736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61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Géolocalisation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Bellingcat a utilisé les coordonnées GPS de photos publiées sur les réseaux sociaux pour géolocaliser précisément des frappes lors de conflits armés.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206240" cy="17373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64008" cy="173736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61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Fact-checking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photo "prise aujourd'hui" mais dont la date EXIF remonte à plusieurs années permet de détecter une tentative de désinformation.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206240" cy="17373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64008" cy="173736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35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Identification d'appareil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numéro de série de l'appareil dans les métadonnées permet de relier plusieurs publications anonymes au même matériel.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206240" cy="17373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926080"/>
            <a:ext cx="64008" cy="173736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35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Risque vie privée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cas réels de cambriolages ont été documentés après que des personnes ont publié des photos de vacances avec GPS activé.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Méthodologie — 10 séances de travail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777240" cy="4572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S.1-2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34440" y="1005840"/>
            <a:ext cx="754380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0424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0424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Pillow, ExifRead, piexif — premiers scripts d'extraction, GPS, scoring, factcheck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777240" cy="4572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184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34440" y="1572768"/>
            <a:ext cx="7543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609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&amp; interface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16093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OSINT — début de l'interface HTML/CSS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39696"/>
            <a:ext cx="777240" cy="4572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854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34440" y="2139696"/>
            <a:ext cx="754380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1762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EXIF en 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1762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avec exifr.js — affichage par cards, lien Google Maps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06624"/>
            <a:ext cx="777240" cy="4572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523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34440" y="2706624"/>
            <a:ext cx="7543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2743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factcheck en JS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2743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directe dans l'interface, sans serveur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777240" cy="4572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3192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34440" y="3273552"/>
            <a:ext cx="754380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33101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modification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33101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sur images réelles, formulaire de modification piexif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840480"/>
            <a:ext cx="777240" cy="4572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862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S.7-9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234440" y="3840480"/>
            <a:ext cx="7543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3877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&amp; présentation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0" y="38770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du rapport final, PowerPoint, répétitions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407408"/>
            <a:ext cx="777240" cy="4572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4531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S.10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234440" y="4407408"/>
            <a:ext cx="754380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44439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0" y="44439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finale, captures d'écran, préparation orale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Scripts Python — vue d'ensemble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Bibliothèques : Pillow · piexif · ExifRead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603504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603504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07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metadonnees.py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4721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tous les tags EXIF — affichage dans le terminal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1307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74520"/>
            <a:ext cx="64008" cy="603504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20370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DMS → décimal + lien Google Maps automatique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2039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603504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06040"/>
            <a:ext cx="64008" cy="603504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700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factcheck.py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293522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vérifications : logiciel de retouche, dates incohérentes, GPS manquant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770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37560"/>
            <a:ext cx="64008" cy="603504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401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66674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risque 0-10 : FAIBLE / MODÉRÉ / ÉLEVÉ / CRITIQUE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3502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069080"/>
            <a:ext cx="8412480" cy="603504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069080"/>
            <a:ext cx="64008" cy="603504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1330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modifier_exif_simple.py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43982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des métadonnées EXIF avec piexif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4233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suivantes détaillent chaque script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/  metadonnees.py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toutes les métadonnées EXIF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l'image avec Pillow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Récupère le dictionnaire EXIF brut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Convertit chaque tag_id en nom lisible (TAGS)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toutes les paires clé / valeur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sortie (47 tags trouvés)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474720"/>
            <a:ext cx="4023360" cy="128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5661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: Apple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: iPhone 17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DateTimeOriginal : 2026:05:12 14:32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LensModel : iPhone 17 back camera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FNumber : 1.78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ISOSpeedRatings : 100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PIL.ExifTags import TAGS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chemin = input("Chemin de l'image : 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Image.open(chemin)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 = img._getexif()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exif is None: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print("Pas de données EXIF")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print(f"Tags trouvés : {len(exif)}")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tag_id, valeur in exif.items():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 = TAGS.get(tag_id, tag_id)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print(f"{nom} : {valeur}")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/  gps.py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des coordonnées et génération du lien Maps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 : DMS → décimal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coordonnées GPS sont stockées en degrés / minutes / secondes (DMS). Google Maps attend des degrés décimaux.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décimal = deg + (min/60) + (sec/3600)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rencontré : Pillow renvoie parfois directement un float, parfois une fraction (tuple). La fonction convertir_nombre() gère les deux cas avec un try/except.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convertir_nombre(valeur):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float(valeur)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TypeError: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valeur[0] / valeur[1]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to_decimal(valeur_gps, ref):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deg = convertir_nombre(valeur_gps[0])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minutes = convertir_nombre(valeur_gps[1])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secondes = convertir_nombre(valeur_gps[2])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decimal = deg + minutes/60 + secondes/3600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ref in ["S", "W"]: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decimal = -decimal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round(decimal, 7)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https://www.google.com/maps?q=lat,lon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/  factcheck.py &amp; scoring.py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d'authenticité et score de risque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3749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factcheck.py — 3 vérifications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contient "photoshop", "gimp"... → logiciel de retouche détecté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DateTimeOriginal ≠ DateTime → dates incohérentes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smartphone connu mais pas de GPSInfo → données potentiellement supprimées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3840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 importante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fournit des indices, mais ne prouve pas qu'une image est vraie ou fausse. Une image retouchée par IA peut conserver des métadonnées inchangées.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scoring.py — barème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présent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1627632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CC2222">
              <a:alpha val="20000"/>
            </a:srgbClr>
          </a:solidFill>
          <a:ln w="12700">
            <a:solidFill>
              <a:srgbClr val="CC2222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6276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d'appareil renseigné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63840" y="2039112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8A5A00">
              <a:alpha val="20000"/>
            </a:srgbClr>
          </a:solidFill>
          <a:ln w="12700">
            <a:solidFill>
              <a:srgbClr val="8A5A0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03911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 (Artist) renseigné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0" y="2450592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8A5A00">
              <a:alpha val="20000"/>
            </a:srgbClr>
          </a:solidFill>
          <a:ln w="12700">
            <a:solidFill>
              <a:srgbClr val="8A5A0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24505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prise de vue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63840" y="2862072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0A7A4A">
              <a:alpha val="20000"/>
            </a:srgbClr>
          </a:solidFill>
          <a:ln w="12700">
            <a:solidFill>
              <a:srgbClr val="0A7A4A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28620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(Software)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63840" y="3273552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0A7A4A">
              <a:alpha val="20000"/>
            </a:srgbClr>
          </a:solidFill>
          <a:ln w="12700">
            <a:solidFill>
              <a:srgbClr val="0A7A4A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3273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risque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4069080"/>
            <a:ext cx="868680" cy="411480"/>
          </a:xfrm>
          <a:prstGeom prst="roundRect">
            <a:avLst>
              <a:gd name="adj" fmla="val 17778"/>
            </a:avLst>
          </a:prstGeom>
          <a:solidFill>
            <a:srgbClr val="0A7A4A">
              <a:alpha val="20000"/>
            </a:srgbClr>
          </a:solidFill>
          <a:ln w="12700">
            <a:solidFill>
              <a:srgbClr val="0A7A4A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0690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97880" y="4069080"/>
            <a:ext cx="868680" cy="411480"/>
          </a:xfrm>
          <a:prstGeom prst="roundRect">
            <a:avLst>
              <a:gd name="adj" fmla="val 17778"/>
            </a:avLst>
          </a:prstGeom>
          <a:solidFill>
            <a:srgbClr val="8A5A00">
              <a:alpha val="20000"/>
            </a:srgbClr>
          </a:solidFill>
          <a:ln w="12700">
            <a:solidFill>
              <a:srgbClr val="8A5A00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40690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58000" y="4069080"/>
            <a:ext cx="868680" cy="411480"/>
          </a:xfrm>
          <a:prstGeom prst="roundRect">
            <a:avLst>
              <a:gd name="adj" fmla="val 17778"/>
            </a:avLst>
          </a:prstGeom>
          <a:solidFill>
            <a:srgbClr val="CC6600">
              <a:alpha val="20000"/>
            </a:srgbClr>
          </a:solidFill>
          <a:ln w="12700">
            <a:solidFill>
              <a:srgbClr val="CC6600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40690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818120" y="4069080"/>
            <a:ext cx="868680" cy="411480"/>
          </a:xfrm>
          <a:prstGeom prst="roundRect">
            <a:avLst>
              <a:gd name="adj" fmla="val 17778"/>
            </a:avLst>
          </a:prstGeom>
          <a:solidFill>
            <a:srgbClr val="CC2222">
              <a:alpha val="20000"/>
            </a:srgbClr>
          </a:solidFill>
          <a:ln w="12700">
            <a:solidFill>
              <a:srgbClr val="CC2222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18120" y="40690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/  modifier_exif_simple.py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de nouvelles métadonnées avec piexif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le dictionnaire EXIF existant avec piexif.load()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 les champs souhaités (Artist, Copyright, Model...)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Réencode le dictionnaire avec piexif.dump()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une nouvelle image "modifie_..."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402336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modifiables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11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361188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611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Copyright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361188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3611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ImageDescription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148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DateTimeOriginal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411480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41148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411480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41148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piexif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Image.open(chemin)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img.info.get("exif", b"")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exif_dict = piexif.load(raw) if raw else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"0th": {}, "Exif": {}, "GPS": {}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exif_dict["0th"][piexif.ImageIFD.Artist]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artiste.encode()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exif_dict["0th"][piexif.ImageIFD.Copyright]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copyright.encode()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exif_bytes = piexif.dump(exif_dict)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img.save("modifie_" + chemin, exif=exif_bytes)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Interface Web —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style.css + script.js · exifr.js v7.1.3 · Aucune installation requise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charge une photo JPEG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31720" y="1508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51760" y="1188720"/>
            <a:ext cx="192024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325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exifr.js parse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toutes les métadonnées EXIF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26280" y="1508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192024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25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🧮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score + fact-check en temps réel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040880" y="1188720"/>
            <a:ext cx="1920240" cy="1554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325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3232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organisés en cards visuelles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8386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94560" y="34747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348386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31920" y="34747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48386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34747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348386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exifr.js v7.1.3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0" y="34747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348386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piexif (Python)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exifr.js et pas exif.js 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exif.js ne retourne pas les coordonnées GPS dans un format directement exploitable. exifr.js fournit latitude/longitude en décimal directement, ce qui simplifie énormément le code et la génération du lien Google Maps.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Interface Web — Aperçu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120640" cy="3749040"/>
          </a:xfrm>
          <a:prstGeom prst="rect">
            <a:avLst/>
          </a:prstGeom>
          <a:solidFill>
            <a:srgbClr val="F0F2F5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12064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06424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106424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10642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24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EXIF Analyzer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Score vie privée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87452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FFD4D4"/>
          </a:solidFill>
          <a:ln w="12700">
            <a:solidFill>
              <a:srgbClr val="FF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74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 — ÉLEVÉ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41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Fact-checking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Aucune anomalie détectée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4754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Localisation GPS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611880"/>
            <a:ext cx="1280160" cy="3657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47.3220°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57400" y="3611880"/>
            <a:ext cx="1280160" cy="3657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5.0415°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06908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7822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sur Google Maps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1005840"/>
            <a:ext cx="310896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1005840"/>
            <a:ext cx="54864" cy="64008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10607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Score vie privée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1335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 avec 4 niveaux de risque colorés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0" y="1755648"/>
            <a:ext cx="310896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1755648"/>
            <a:ext cx="54864" cy="64008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Fact-checking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20848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Retouche, dates, GPS manquant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2505456"/>
            <a:ext cx="310896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2505456"/>
            <a:ext cx="54864" cy="64008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2560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06440" y="2834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+ lien Google Maps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0" y="3255264"/>
            <a:ext cx="310896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0" y="3255264"/>
            <a:ext cx="54864" cy="64008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3310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Métadonnées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06440" y="3584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Appareil, image, date par catégorie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69280" y="4005072"/>
            <a:ext cx="310896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4005072"/>
            <a:ext cx="54864" cy="64008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40599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Modifier EXIF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06440" y="43342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un script piexif prêt à l'emploi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Interface Web — Modifier les métadonnées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navigateur ne peut pas écrire de fichiers : génération d'un script Python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Formulaire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 (Make)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490472"/>
            <a:ext cx="1920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84248"/>
            <a:ext cx="402336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29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(Model)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057400"/>
            <a:ext cx="1920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51176"/>
            <a:ext cx="402336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96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Heure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2624328"/>
            <a:ext cx="1920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18104"/>
            <a:ext cx="402336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Artiste / Auteur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3191256"/>
            <a:ext cx="1920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85032"/>
            <a:ext cx="402336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30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3758184"/>
            <a:ext cx="1920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005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Script Python généré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1371600"/>
            <a:ext cx="4206240" cy="2834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4630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piexif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Image.open("photo.jpg")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img.info.get("exif", b"")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exif_dict = piexif.load(raw) if raw else {...}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exif_dict["0th"][piexif.ImageIFD.Artist]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b"Jules Charpentier"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exif_dict["0th"][piexif.ImageIFD.Make]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b"Apple"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exif_bytes = piexif.dump(exif_dict)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img.save("modifie_photo.jpg", exif=exif_bytes)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print("Image sauvegardée")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L'utilisateur copie-colle ce script et l'exécute dans WSL.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Démonstration &amp; résultats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réalisés sur des images JPEG réelles (github.com/ianare/exif-samples)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10312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testée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210312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détecté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210312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vie privée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188720"/>
            <a:ext cx="210312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755648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DSCN0010.jpg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1755648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1755648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 — MODÉRÉ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0" y="1755648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Aucune anomalie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322576"/>
            <a:ext cx="210312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225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DSCN0012.jpg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68880" y="2322576"/>
            <a:ext cx="210312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3225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2322576"/>
            <a:ext cx="210312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3225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 — FAIBLE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2322576"/>
            <a:ext cx="210312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3225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Aucune anomalie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889504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895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DSCN0029.jpg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468880" y="2889504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8895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2889504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8895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 — MODÉRÉ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75120" y="2889504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8895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Aucune anomalie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456432"/>
            <a:ext cx="210312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456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smartphone (test)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68880" y="3456432"/>
            <a:ext cx="210312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3456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0" y="3456432"/>
            <a:ext cx="210312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456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 — ÉLEVÉ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75120" y="3456432"/>
            <a:ext cx="210312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3456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Smartphone + GPS détecté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score augmente avec la présence de GPS, d'un auteur identifié et d'une date de prise de vue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3708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Validation : toutes les cards (Score, Fact-check, Appareil, Image, Date, GPS, Modification) fonctionnent correctement sur images JPEG.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Difficultés rencontrées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640080"/>
          </a:xfrm>
          <a:prstGeom prst="rect">
            <a:avLst/>
          </a:prstGeom>
          <a:solidFill>
            <a:srgbClr val="FFF0F0"/>
          </a:solidFill>
          <a:ln w="12700">
            <a:solidFill>
              <a:srgbClr val="F5B0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pip install bloqué sous WSL (externally-managed-environment)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0" y="1143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B0E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Création d'un environnement virtuel Python (.venv)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3657600" cy="640080"/>
          </a:xfrm>
          <a:prstGeom prst="rect">
            <a:avLst/>
          </a:prstGeom>
          <a:solidFill>
            <a:srgbClr val="FFF0F0"/>
          </a:solidFill>
          <a:ln w="12700">
            <a:solidFill>
              <a:srgbClr val="F5B0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Photos Gmail → métadonnées supprimées automatiquement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4023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B0E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Transfert via LocalSend — préserve les EXIF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3657600" cy="640080"/>
          </a:xfrm>
          <a:prstGeom prst="rect">
            <a:avLst/>
          </a:prstGeom>
          <a:solidFill>
            <a:srgbClr val="FFF0F0"/>
          </a:solidFill>
          <a:ln w="12700">
            <a:solidFill>
              <a:srgbClr val="F5B0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Bug GPS : Pillow renvoie parfois floats, parfois fractions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0" y="2697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4023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B0E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651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Fonction convertir_nombre() avec try/except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3657600" cy="640080"/>
          </a:xfrm>
          <a:prstGeom prst="rect">
            <a:avLst/>
          </a:prstGeom>
          <a:solidFill>
            <a:srgbClr val="FFF0F0"/>
          </a:solidFill>
          <a:ln w="12700">
            <a:solidFill>
              <a:srgbClr val="F5B0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Navigateur ne peut pas exécuter Python directement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754880" y="3337560"/>
            <a:ext cx="4023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B0E0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429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Scoring et factcheck réécrits en JavaScript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3657600" cy="640080"/>
          </a:xfrm>
          <a:prstGeom prst="rect">
            <a:avLst/>
          </a:prstGeom>
          <a:solidFill>
            <a:srgbClr val="FFF0F0"/>
          </a:solidFill>
          <a:ln w="12700">
            <a:solidFill>
              <a:srgbClr val="F5B0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Lien Google Maps bloqué en local (file://)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0" y="4251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754880" y="4114800"/>
            <a:ext cx="4023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B0E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Lien affiché à copier + note explicative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Bilan &amp; 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complet et fonctionnel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840480" cy="2926080"/>
          </a:xfrm>
          <a:prstGeom prst="rect">
            <a:avLst/>
          </a:prstGeom>
          <a:solidFill>
            <a:srgbClr val="1E1E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Réalisé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scripts Python fonctionnels et testés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complète, sans installation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vie privée automatique 0-10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Fact-checking en 3 vérifications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EXIF via script piexif généré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validés sur images réelles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23360" cy="2926080"/>
          </a:xfrm>
          <a:prstGeom prst="rect">
            <a:avLst/>
          </a:prstGeom>
          <a:solidFill>
            <a:srgbClr val="1E1E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783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Perspectives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176272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Flask pour modifier via l'interface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OpenStreetMap intégrée directement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inversée d'image (Google Lens)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du rapport d'analyse complet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Compétences développées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61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1161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4904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de bibliothèques tierces (Pillow, piexif), gestion d'erreurs, structuration de scripts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20624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61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32120" y="1161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web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4904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HTML/CSS/JS, manipulation du DOM, programmation asynchrone (async/await)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20624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3000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8163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des enjeux de vie privée liés aux métadonnées, recherche documentaire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20624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32120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d'équipe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8163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tâches, GitHub en collaboration, journal de bord régulier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420624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13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3813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 problèmes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1422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Débogage (bug GPS), recherche de solutions de contournement (limites navigateur)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20624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813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532120" y="3813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41422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de README, rapport technique, présentation orale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246120"/>
            <a:ext cx="2743200" cy="4572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github.com/mc395733/sae204-metadonnees-images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Coutant Mathéo &amp; Charpentier Jules  ·  IUT Auxerre  ·  BUT R&amp;T 2025-2026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2026-06-12T12:40:35Z</dcterms:created>
  <dcterms:modified xsi:type="dcterms:W3CDTF">2026-06-12T12:40:35Z</dcterms:modified>
</cp:coreProperties>
</file>